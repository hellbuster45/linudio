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08C161-26AF-41B2-A9A1-8D162D273F6D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6E3A5A1-49A6-4727-8D9F-6DCECCA5CFB0}">
      <dgm:prSet/>
      <dgm:spPr/>
      <dgm:t>
        <a:bodyPr/>
        <a:lstStyle/>
        <a:p>
          <a:r>
            <a:rPr lang="en-US" b="1"/>
            <a:t>Extraction</a:t>
          </a:r>
          <a:endParaRPr lang="en-US"/>
        </a:p>
      </dgm:t>
    </dgm:pt>
    <dgm:pt modelId="{987CEFC4-41E6-47F3-9A03-4D054290B99B}" type="parTrans" cxnId="{F3591B07-6250-451A-BFD6-EA1A8367A91F}">
      <dgm:prSet/>
      <dgm:spPr/>
      <dgm:t>
        <a:bodyPr/>
        <a:lstStyle/>
        <a:p>
          <a:endParaRPr lang="en-US"/>
        </a:p>
      </dgm:t>
    </dgm:pt>
    <dgm:pt modelId="{32E39C64-DAB5-47D7-8DDB-B944479E17DF}" type="sibTrans" cxnId="{F3591B07-6250-451A-BFD6-EA1A8367A91F}">
      <dgm:prSet/>
      <dgm:spPr/>
      <dgm:t>
        <a:bodyPr/>
        <a:lstStyle/>
        <a:p>
          <a:endParaRPr lang="en-US"/>
        </a:p>
      </dgm:t>
    </dgm:pt>
    <dgm:pt modelId="{D1A22504-424D-4988-B94E-72955976632C}">
      <dgm:prSet/>
      <dgm:spPr/>
      <dgm:t>
        <a:bodyPr/>
        <a:lstStyle/>
        <a:p>
          <a:r>
            <a:rPr lang="en-US" i="1" u="sng" dirty="0" err="1">
              <a:highlight>
                <a:srgbClr val="C0C0C0"/>
              </a:highlight>
              <a:latin typeface="Candara" panose="020E0502030303020204" pitchFamily="34" charset="0"/>
            </a:rPr>
            <a:t>yt-dlp</a:t>
          </a:r>
          <a:r>
            <a:rPr lang="en-US" dirty="0">
              <a:latin typeface="Candara" panose="020E0502030303020204" pitchFamily="34" charset="0"/>
            </a:rPr>
            <a:t> extracts audio -&gt; </a:t>
          </a:r>
          <a:r>
            <a:rPr lang="en-US" i="1" u="sng" dirty="0">
              <a:highlight>
                <a:srgbClr val="C0C0C0"/>
              </a:highlight>
              <a:latin typeface="Candara" panose="020E0502030303020204" pitchFamily="34" charset="0"/>
            </a:rPr>
            <a:t>faster-whisper</a:t>
          </a:r>
          <a:r>
            <a:rPr lang="en-US" dirty="0">
              <a:latin typeface="Candara" panose="020E0502030303020204" pitchFamily="34" charset="0"/>
            </a:rPr>
            <a:t> generates timestamped JSON segments.</a:t>
          </a:r>
        </a:p>
      </dgm:t>
    </dgm:pt>
    <dgm:pt modelId="{7578716E-7522-43AA-849F-2813EDAE2185}" type="parTrans" cxnId="{540D5DD0-7B47-46F7-8491-572A9CAE1D8A}">
      <dgm:prSet/>
      <dgm:spPr/>
      <dgm:t>
        <a:bodyPr/>
        <a:lstStyle/>
        <a:p>
          <a:endParaRPr lang="en-US"/>
        </a:p>
      </dgm:t>
    </dgm:pt>
    <dgm:pt modelId="{E2332CF6-296C-46CF-B918-9639E49739CE}" type="sibTrans" cxnId="{540D5DD0-7B47-46F7-8491-572A9CAE1D8A}">
      <dgm:prSet/>
      <dgm:spPr/>
      <dgm:t>
        <a:bodyPr/>
        <a:lstStyle/>
        <a:p>
          <a:endParaRPr lang="en-US"/>
        </a:p>
      </dgm:t>
    </dgm:pt>
    <dgm:pt modelId="{A5BDB70E-EFC0-46E6-9922-86EDA5B0648B}">
      <dgm:prSet/>
      <dgm:spPr/>
      <dgm:t>
        <a:bodyPr/>
        <a:lstStyle/>
        <a:p>
          <a:r>
            <a:rPr lang="en-US" b="1"/>
            <a:t>Translation</a:t>
          </a:r>
          <a:endParaRPr lang="en-US"/>
        </a:p>
      </dgm:t>
    </dgm:pt>
    <dgm:pt modelId="{5C2C6220-C17B-4DE3-88A8-024031037C44}" type="parTrans" cxnId="{B757A734-29D6-4845-9099-F53A449981BD}">
      <dgm:prSet/>
      <dgm:spPr/>
      <dgm:t>
        <a:bodyPr/>
        <a:lstStyle/>
        <a:p>
          <a:endParaRPr lang="en-US"/>
        </a:p>
      </dgm:t>
    </dgm:pt>
    <dgm:pt modelId="{D44DED1D-73A4-4560-B841-65689AB5F704}" type="sibTrans" cxnId="{B757A734-29D6-4845-9099-F53A449981BD}">
      <dgm:prSet/>
      <dgm:spPr/>
      <dgm:t>
        <a:bodyPr/>
        <a:lstStyle/>
        <a:p>
          <a:endParaRPr lang="en-US"/>
        </a:p>
      </dgm:t>
    </dgm:pt>
    <dgm:pt modelId="{EE412131-3F92-4A17-B0F7-FB9D56EF4EAB}">
      <dgm:prSet/>
      <dgm:spPr/>
      <dgm:t>
        <a:bodyPr/>
        <a:lstStyle/>
        <a:p>
          <a:r>
            <a:rPr lang="en-US" i="1" u="sng" dirty="0">
              <a:highlight>
                <a:srgbClr val="C0C0C0"/>
              </a:highlight>
              <a:latin typeface="Candara" panose="020E0502030303020204" pitchFamily="34" charset="0"/>
            </a:rPr>
            <a:t>NLLB-200</a:t>
          </a:r>
          <a:r>
            <a:rPr lang="en-US" dirty="0">
              <a:latin typeface="Candara" panose="020E0502030303020204" pitchFamily="34" charset="0"/>
            </a:rPr>
            <a:t> converts segments while preserving semantic meaning.</a:t>
          </a:r>
        </a:p>
      </dgm:t>
    </dgm:pt>
    <dgm:pt modelId="{CEE81AFA-EE56-4608-BE8C-D7B14D5D3236}" type="parTrans" cxnId="{DA6D026E-D499-4C29-BE21-EA8C264B3DE4}">
      <dgm:prSet/>
      <dgm:spPr/>
      <dgm:t>
        <a:bodyPr/>
        <a:lstStyle/>
        <a:p>
          <a:endParaRPr lang="en-US"/>
        </a:p>
      </dgm:t>
    </dgm:pt>
    <dgm:pt modelId="{67D0AF9F-6584-4248-8FA8-F1579A922F7A}" type="sibTrans" cxnId="{DA6D026E-D499-4C29-BE21-EA8C264B3DE4}">
      <dgm:prSet/>
      <dgm:spPr/>
      <dgm:t>
        <a:bodyPr/>
        <a:lstStyle/>
        <a:p>
          <a:endParaRPr lang="en-US"/>
        </a:p>
      </dgm:t>
    </dgm:pt>
    <dgm:pt modelId="{5DF77272-B9B0-4850-A2D6-1A5231B1208F}">
      <dgm:prSet/>
      <dgm:spPr/>
      <dgm:t>
        <a:bodyPr/>
        <a:lstStyle/>
        <a:p>
          <a:r>
            <a:rPr lang="en-US" b="1"/>
            <a:t>Synthesis</a:t>
          </a:r>
          <a:endParaRPr lang="en-US"/>
        </a:p>
      </dgm:t>
    </dgm:pt>
    <dgm:pt modelId="{553BF569-4D7C-4FDA-A98D-B5C6068F92A2}" type="parTrans" cxnId="{95ED2E85-F565-41CA-8AA0-A3C531F5B34A}">
      <dgm:prSet/>
      <dgm:spPr/>
      <dgm:t>
        <a:bodyPr/>
        <a:lstStyle/>
        <a:p>
          <a:endParaRPr lang="en-US"/>
        </a:p>
      </dgm:t>
    </dgm:pt>
    <dgm:pt modelId="{3F3DF76D-2A4A-4B9B-AAA6-E4270A445296}" type="sibTrans" cxnId="{95ED2E85-F565-41CA-8AA0-A3C531F5B34A}">
      <dgm:prSet/>
      <dgm:spPr/>
      <dgm:t>
        <a:bodyPr/>
        <a:lstStyle/>
        <a:p>
          <a:endParaRPr lang="en-US"/>
        </a:p>
      </dgm:t>
    </dgm:pt>
    <dgm:pt modelId="{7381C3C9-13FA-4686-951F-214212FCCEB7}">
      <dgm:prSet/>
      <dgm:spPr/>
      <dgm:t>
        <a:bodyPr/>
        <a:lstStyle/>
        <a:p>
          <a:r>
            <a:rPr lang="en-US" i="1" u="sng" dirty="0" err="1">
              <a:highlight>
                <a:srgbClr val="C0C0C0"/>
              </a:highlight>
              <a:latin typeface="Candara" panose="020E0502030303020204" pitchFamily="34" charset="0"/>
            </a:rPr>
            <a:t>MeloTTS</a:t>
          </a:r>
          <a:r>
            <a:rPr lang="en-US" dirty="0">
              <a:latin typeface="Candara" panose="020E0502030303020204" pitchFamily="34" charset="0"/>
            </a:rPr>
            <a:t> generates localized audio.</a:t>
          </a:r>
        </a:p>
      </dgm:t>
    </dgm:pt>
    <dgm:pt modelId="{7F1603A9-C236-4872-B8CA-A769C8136B6C}" type="parTrans" cxnId="{A9B08FEB-AC49-4B77-8FCB-00A510953A59}">
      <dgm:prSet/>
      <dgm:spPr/>
      <dgm:t>
        <a:bodyPr/>
        <a:lstStyle/>
        <a:p>
          <a:endParaRPr lang="en-US"/>
        </a:p>
      </dgm:t>
    </dgm:pt>
    <dgm:pt modelId="{E08A764A-4B8E-4803-A7F3-655207CFE5B4}" type="sibTrans" cxnId="{A9B08FEB-AC49-4B77-8FCB-00A510953A59}">
      <dgm:prSet/>
      <dgm:spPr/>
      <dgm:t>
        <a:bodyPr/>
        <a:lstStyle/>
        <a:p>
          <a:endParaRPr lang="en-US"/>
        </a:p>
      </dgm:t>
    </dgm:pt>
    <dgm:pt modelId="{9592BA1A-9C87-4A51-9D80-EFC6B1B480E2}">
      <dgm:prSet/>
      <dgm:spPr/>
      <dgm:t>
        <a:bodyPr/>
        <a:lstStyle/>
        <a:p>
          <a:r>
            <a:rPr lang="en-US" b="1"/>
            <a:t>Final Assembly</a:t>
          </a:r>
          <a:endParaRPr lang="en-US"/>
        </a:p>
      </dgm:t>
    </dgm:pt>
    <dgm:pt modelId="{93232C6A-3965-42EB-A348-3994E414B21C}" type="parTrans" cxnId="{6397FD70-B15A-42DD-9A76-489480233656}">
      <dgm:prSet/>
      <dgm:spPr/>
      <dgm:t>
        <a:bodyPr/>
        <a:lstStyle/>
        <a:p>
          <a:endParaRPr lang="en-US"/>
        </a:p>
      </dgm:t>
    </dgm:pt>
    <dgm:pt modelId="{EDFE9E7D-C52F-41DD-A961-5FD82BB7ACD6}" type="sibTrans" cxnId="{6397FD70-B15A-42DD-9A76-489480233656}">
      <dgm:prSet/>
      <dgm:spPr/>
      <dgm:t>
        <a:bodyPr/>
        <a:lstStyle/>
        <a:p>
          <a:endParaRPr lang="en-US"/>
        </a:p>
      </dgm:t>
    </dgm:pt>
    <dgm:pt modelId="{1F7BFD6B-5909-4360-8631-3499FEAFF13E}">
      <dgm:prSet/>
      <dgm:spPr/>
      <dgm:t>
        <a:bodyPr/>
        <a:lstStyle/>
        <a:p>
          <a:r>
            <a:rPr lang="en-US" i="1" u="sng" dirty="0" err="1">
              <a:highlight>
                <a:srgbClr val="C0C0C0"/>
              </a:highlight>
              <a:latin typeface="Candara" panose="020E0502030303020204" pitchFamily="34" charset="0"/>
            </a:rPr>
            <a:t>FFmpeg</a:t>
          </a:r>
          <a:r>
            <a:rPr lang="en-US" dirty="0">
              <a:latin typeface="Candara" panose="020E0502030303020204" pitchFamily="34" charset="0"/>
            </a:rPr>
            <a:t> merges audio back into video with automated "Time-Stretching."</a:t>
          </a:r>
        </a:p>
      </dgm:t>
    </dgm:pt>
    <dgm:pt modelId="{1FFCC001-0227-433F-97B4-B14EE96D4EC4}" type="parTrans" cxnId="{1996AFCC-F5C9-4846-B538-1564CDBF97B8}">
      <dgm:prSet/>
      <dgm:spPr/>
      <dgm:t>
        <a:bodyPr/>
        <a:lstStyle/>
        <a:p>
          <a:endParaRPr lang="en-US"/>
        </a:p>
      </dgm:t>
    </dgm:pt>
    <dgm:pt modelId="{3292F122-CAE8-4C27-B6EC-5F4B82A0BF4C}" type="sibTrans" cxnId="{1996AFCC-F5C9-4846-B538-1564CDBF97B8}">
      <dgm:prSet/>
      <dgm:spPr/>
      <dgm:t>
        <a:bodyPr/>
        <a:lstStyle/>
        <a:p>
          <a:endParaRPr lang="en-US"/>
        </a:p>
      </dgm:t>
    </dgm:pt>
    <dgm:pt modelId="{6E992AFA-BA34-49DB-9218-AB6D7833A6A8}" type="pres">
      <dgm:prSet presAssocID="{B808C161-26AF-41B2-A9A1-8D162D273F6D}" presName="vert0" presStyleCnt="0">
        <dgm:presLayoutVars>
          <dgm:dir/>
          <dgm:animOne val="branch"/>
          <dgm:animLvl val="lvl"/>
        </dgm:presLayoutVars>
      </dgm:prSet>
      <dgm:spPr/>
    </dgm:pt>
    <dgm:pt modelId="{6AA43252-BE07-4BCA-B73E-0FCECC65B58A}" type="pres">
      <dgm:prSet presAssocID="{86E3A5A1-49A6-4727-8D9F-6DCECCA5CFB0}" presName="thickLine" presStyleLbl="alignNode1" presStyleIdx="0" presStyleCnt="4"/>
      <dgm:spPr/>
    </dgm:pt>
    <dgm:pt modelId="{8045A65A-B83C-44FB-821C-8EB4C5000C4C}" type="pres">
      <dgm:prSet presAssocID="{86E3A5A1-49A6-4727-8D9F-6DCECCA5CFB0}" presName="horz1" presStyleCnt="0"/>
      <dgm:spPr/>
    </dgm:pt>
    <dgm:pt modelId="{BA1BA9D5-3652-422D-8729-0FE954637E53}" type="pres">
      <dgm:prSet presAssocID="{86E3A5A1-49A6-4727-8D9F-6DCECCA5CFB0}" presName="tx1" presStyleLbl="revTx" presStyleIdx="0" presStyleCnt="8"/>
      <dgm:spPr/>
    </dgm:pt>
    <dgm:pt modelId="{00B6D71C-A027-41DE-B331-FEC91135EAAE}" type="pres">
      <dgm:prSet presAssocID="{86E3A5A1-49A6-4727-8D9F-6DCECCA5CFB0}" presName="vert1" presStyleCnt="0"/>
      <dgm:spPr/>
    </dgm:pt>
    <dgm:pt modelId="{675EA546-796D-4899-A900-D92CA02E7CFD}" type="pres">
      <dgm:prSet presAssocID="{D1A22504-424D-4988-B94E-72955976632C}" presName="vertSpace2a" presStyleCnt="0"/>
      <dgm:spPr/>
    </dgm:pt>
    <dgm:pt modelId="{3C484F76-2054-43F7-9694-5CCA0E7B70D0}" type="pres">
      <dgm:prSet presAssocID="{D1A22504-424D-4988-B94E-72955976632C}" presName="horz2" presStyleCnt="0"/>
      <dgm:spPr/>
    </dgm:pt>
    <dgm:pt modelId="{B4A43366-6AFD-4821-A300-925D03E5D4AE}" type="pres">
      <dgm:prSet presAssocID="{D1A22504-424D-4988-B94E-72955976632C}" presName="horzSpace2" presStyleCnt="0"/>
      <dgm:spPr/>
    </dgm:pt>
    <dgm:pt modelId="{E5473873-D508-4065-8502-32C629E4594B}" type="pres">
      <dgm:prSet presAssocID="{D1A22504-424D-4988-B94E-72955976632C}" presName="tx2" presStyleLbl="revTx" presStyleIdx="1" presStyleCnt="8"/>
      <dgm:spPr/>
    </dgm:pt>
    <dgm:pt modelId="{B3E0F899-992D-4EA1-881D-F9B665DBC02D}" type="pres">
      <dgm:prSet presAssocID="{D1A22504-424D-4988-B94E-72955976632C}" presName="vert2" presStyleCnt="0"/>
      <dgm:spPr/>
    </dgm:pt>
    <dgm:pt modelId="{819BBB92-35AE-49AA-8E8D-A2227016F9B0}" type="pres">
      <dgm:prSet presAssocID="{D1A22504-424D-4988-B94E-72955976632C}" presName="thinLine2b" presStyleLbl="callout" presStyleIdx="0" presStyleCnt="4"/>
      <dgm:spPr/>
    </dgm:pt>
    <dgm:pt modelId="{51DF764D-DAF1-441D-A626-1E9674C4C03B}" type="pres">
      <dgm:prSet presAssocID="{D1A22504-424D-4988-B94E-72955976632C}" presName="vertSpace2b" presStyleCnt="0"/>
      <dgm:spPr/>
    </dgm:pt>
    <dgm:pt modelId="{04436E1F-81EB-49BA-85EB-89A43104DD28}" type="pres">
      <dgm:prSet presAssocID="{A5BDB70E-EFC0-46E6-9922-86EDA5B0648B}" presName="thickLine" presStyleLbl="alignNode1" presStyleIdx="1" presStyleCnt="4"/>
      <dgm:spPr/>
    </dgm:pt>
    <dgm:pt modelId="{4B9A95FF-B129-4AFF-854F-F14D9FCE0557}" type="pres">
      <dgm:prSet presAssocID="{A5BDB70E-EFC0-46E6-9922-86EDA5B0648B}" presName="horz1" presStyleCnt="0"/>
      <dgm:spPr/>
    </dgm:pt>
    <dgm:pt modelId="{4D2D61D8-5119-46C7-A98C-AF54E9965281}" type="pres">
      <dgm:prSet presAssocID="{A5BDB70E-EFC0-46E6-9922-86EDA5B0648B}" presName="tx1" presStyleLbl="revTx" presStyleIdx="2" presStyleCnt="8"/>
      <dgm:spPr/>
    </dgm:pt>
    <dgm:pt modelId="{F0851107-6396-4937-9709-D3BE64114CC1}" type="pres">
      <dgm:prSet presAssocID="{A5BDB70E-EFC0-46E6-9922-86EDA5B0648B}" presName="vert1" presStyleCnt="0"/>
      <dgm:spPr/>
    </dgm:pt>
    <dgm:pt modelId="{EC5CA340-9D1D-4935-99C9-C5B0C3EA2993}" type="pres">
      <dgm:prSet presAssocID="{EE412131-3F92-4A17-B0F7-FB9D56EF4EAB}" presName="vertSpace2a" presStyleCnt="0"/>
      <dgm:spPr/>
    </dgm:pt>
    <dgm:pt modelId="{546B275A-D12E-43FA-8D3C-EB651BF7210E}" type="pres">
      <dgm:prSet presAssocID="{EE412131-3F92-4A17-B0F7-FB9D56EF4EAB}" presName="horz2" presStyleCnt="0"/>
      <dgm:spPr/>
    </dgm:pt>
    <dgm:pt modelId="{D3755DA6-9119-44AC-A9D6-7273E183FDCD}" type="pres">
      <dgm:prSet presAssocID="{EE412131-3F92-4A17-B0F7-FB9D56EF4EAB}" presName="horzSpace2" presStyleCnt="0"/>
      <dgm:spPr/>
    </dgm:pt>
    <dgm:pt modelId="{DAC29F2D-1DDC-44A3-80E4-7683956066A8}" type="pres">
      <dgm:prSet presAssocID="{EE412131-3F92-4A17-B0F7-FB9D56EF4EAB}" presName="tx2" presStyleLbl="revTx" presStyleIdx="3" presStyleCnt="8"/>
      <dgm:spPr/>
    </dgm:pt>
    <dgm:pt modelId="{97820888-6A10-4ACE-B5E7-5AA399310CBA}" type="pres">
      <dgm:prSet presAssocID="{EE412131-3F92-4A17-B0F7-FB9D56EF4EAB}" presName="vert2" presStyleCnt="0"/>
      <dgm:spPr/>
    </dgm:pt>
    <dgm:pt modelId="{C72F3DF2-43EA-4F28-8FD2-8F0759B7F929}" type="pres">
      <dgm:prSet presAssocID="{EE412131-3F92-4A17-B0F7-FB9D56EF4EAB}" presName="thinLine2b" presStyleLbl="callout" presStyleIdx="1" presStyleCnt="4"/>
      <dgm:spPr/>
    </dgm:pt>
    <dgm:pt modelId="{BBB6D780-C474-45F3-94D9-5D013A6D9C5B}" type="pres">
      <dgm:prSet presAssocID="{EE412131-3F92-4A17-B0F7-FB9D56EF4EAB}" presName="vertSpace2b" presStyleCnt="0"/>
      <dgm:spPr/>
    </dgm:pt>
    <dgm:pt modelId="{8C29493F-A688-4DE9-9C80-9AC3A4BC1372}" type="pres">
      <dgm:prSet presAssocID="{5DF77272-B9B0-4850-A2D6-1A5231B1208F}" presName="thickLine" presStyleLbl="alignNode1" presStyleIdx="2" presStyleCnt="4"/>
      <dgm:spPr/>
    </dgm:pt>
    <dgm:pt modelId="{BA88F66B-A710-4062-BE79-9D76AC5A341E}" type="pres">
      <dgm:prSet presAssocID="{5DF77272-B9B0-4850-A2D6-1A5231B1208F}" presName="horz1" presStyleCnt="0"/>
      <dgm:spPr/>
    </dgm:pt>
    <dgm:pt modelId="{F387202B-FD29-4416-A035-1A53EDCDE232}" type="pres">
      <dgm:prSet presAssocID="{5DF77272-B9B0-4850-A2D6-1A5231B1208F}" presName="tx1" presStyleLbl="revTx" presStyleIdx="4" presStyleCnt="8"/>
      <dgm:spPr/>
    </dgm:pt>
    <dgm:pt modelId="{525D3E08-8E7B-4F42-980E-EA14023458C5}" type="pres">
      <dgm:prSet presAssocID="{5DF77272-B9B0-4850-A2D6-1A5231B1208F}" presName="vert1" presStyleCnt="0"/>
      <dgm:spPr/>
    </dgm:pt>
    <dgm:pt modelId="{3E19935C-B75C-4452-B032-2F4DC16DF781}" type="pres">
      <dgm:prSet presAssocID="{7381C3C9-13FA-4686-951F-214212FCCEB7}" presName="vertSpace2a" presStyleCnt="0"/>
      <dgm:spPr/>
    </dgm:pt>
    <dgm:pt modelId="{686BC339-490E-4113-969F-CC9643A636B6}" type="pres">
      <dgm:prSet presAssocID="{7381C3C9-13FA-4686-951F-214212FCCEB7}" presName="horz2" presStyleCnt="0"/>
      <dgm:spPr/>
    </dgm:pt>
    <dgm:pt modelId="{EEDA670F-B943-4226-9244-E61CAC05643A}" type="pres">
      <dgm:prSet presAssocID="{7381C3C9-13FA-4686-951F-214212FCCEB7}" presName="horzSpace2" presStyleCnt="0"/>
      <dgm:spPr/>
    </dgm:pt>
    <dgm:pt modelId="{A87BBA37-D5CE-4B1B-A93B-B40520295FD8}" type="pres">
      <dgm:prSet presAssocID="{7381C3C9-13FA-4686-951F-214212FCCEB7}" presName="tx2" presStyleLbl="revTx" presStyleIdx="5" presStyleCnt="8"/>
      <dgm:spPr/>
    </dgm:pt>
    <dgm:pt modelId="{9AB020E1-C6EC-423B-AC37-A12D0723BA5A}" type="pres">
      <dgm:prSet presAssocID="{7381C3C9-13FA-4686-951F-214212FCCEB7}" presName="vert2" presStyleCnt="0"/>
      <dgm:spPr/>
    </dgm:pt>
    <dgm:pt modelId="{63F81274-A8DA-4A31-9268-A317C395E7DC}" type="pres">
      <dgm:prSet presAssocID="{7381C3C9-13FA-4686-951F-214212FCCEB7}" presName="thinLine2b" presStyleLbl="callout" presStyleIdx="2" presStyleCnt="4"/>
      <dgm:spPr/>
    </dgm:pt>
    <dgm:pt modelId="{A3DA34DC-6108-422C-9501-16897DE76077}" type="pres">
      <dgm:prSet presAssocID="{7381C3C9-13FA-4686-951F-214212FCCEB7}" presName="vertSpace2b" presStyleCnt="0"/>
      <dgm:spPr/>
    </dgm:pt>
    <dgm:pt modelId="{98B81CA9-5C24-4636-9FFC-7DD9C06B552D}" type="pres">
      <dgm:prSet presAssocID="{9592BA1A-9C87-4A51-9D80-EFC6B1B480E2}" presName="thickLine" presStyleLbl="alignNode1" presStyleIdx="3" presStyleCnt="4"/>
      <dgm:spPr/>
    </dgm:pt>
    <dgm:pt modelId="{DD9460B2-4F67-4EBF-9126-37FFCB373434}" type="pres">
      <dgm:prSet presAssocID="{9592BA1A-9C87-4A51-9D80-EFC6B1B480E2}" presName="horz1" presStyleCnt="0"/>
      <dgm:spPr/>
    </dgm:pt>
    <dgm:pt modelId="{E675F2B7-4CC3-4397-B6BC-2DEF966D363E}" type="pres">
      <dgm:prSet presAssocID="{9592BA1A-9C87-4A51-9D80-EFC6B1B480E2}" presName="tx1" presStyleLbl="revTx" presStyleIdx="6" presStyleCnt="8"/>
      <dgm:spPr/>
    </dgm:pt>
    <dgm:pt modelId="{B0EEB29E-49DE-4DAF-AFF7-898961CA758D}" type="pres">
      <dgm:prSet presAssocID="{9592BA1A-9C87-4A51-9D80-EFC6B1B480E2}" presName="vert1" presStyleCnt="0"/>
      <dgm:spPr/>
    </dgm:pt>
    <dgm:pt modelId="{2A3FE179-53B1-4D75-A222-06AC10AC6D0C}" type="pres">
      <dgm:prSet presAssocID="{1F7BFD6B-5909-4360-8631-3499FEAFF13E}" presName="vertSpace2a" presStyleCnt="0"/>
      <dgm:spPr/>
    </dgm:pt>
    <dgm:pt modelId="{BDEE4848-8F26-4456-B525-641B25919B58}" type="pres">
      <dgm:prSet presAssocID="{1F7BFD6B-5909-4360-8631-3499FEAFF13E}" presName="horz2" presStyleCnt="0"/>
      <dgm:spPr/>
    </dgm:pt>
    <dgm:pt modelId="{582E9399-8002-45EA-B0C8-69845D913B4B}" type="pres">
      <dgm:prSet presAssocID="{1F7BFD6B-5909-4360-8631-3499FEAFF13E}" presName="horzSpace2" presStyleCnt="0"/>
      <dgm:spPr/>
    </dgm:pt>
    <dgm:pt modelId="{54BC1725-A959-4415-BD74-B8E1D67E9143}" type="pres">
      <dgm:prSet presAssocID="{1F7BFD6B-5909-4360-8631-3499FEAFF13E}" presName="tx2" presStyleLbl="revTx" presStyleIdx="7" presStyleCnt="8"/>
      <dgm:spPr/>
    </dgm:pt>
    <dgm:pt modelId="{760BB8FD-3860-4468-9CCB-12E01BCA8647}" type="pres">
      <dgm:prSet presAssocID="{1F7BFD6B-5909-4360-8631-3499FEAFF13E}" presName="vert2" presStyleCnt="0"/>
      <dgm:spPr/>
    </dgm:pt>
    <dgm:pt modelId="{457225D5-5EF2-47D4-BC9C-A4C4149184C1}" type="pres">
      <dgm:prSet presAssocID="{1F7BFD6B-5909-4360-8631-3499FEAFF13E}" presName="thinLine2b" presStyleLbl="callout" presStyleIdx="3" presStyleCnt="4"/>
      <dgm:spPr/>
    </dgm:pt>
    <dgm:pt modelId="{A6A0E726-49CC-44EF-8C2F-6DD5B1F038FA}" type="pres">
      <dgm:prSet presAssocID="{1F7BFD6B-5909-4360-8631-3499FEAFF13E}" presName="vertSpace2b" presStyleCnt="0"/>
      <dgm:spPr/>
    </dgm:pt>
  </dgm:ptLst>
  <dgm:cxnLst>
    <dgm:cxn modelId="{AB425206-4E6C-4C09-B592-255D1C3BC518}" type="presOf" srcId="{5DF77272-B9B0-4850-A2D6-1A5231B1208F}" destId="{F387202B-FD29-4416-A035-1A53EDCDE232}" srcOrd="0" destOrd="0" presId="urn:microsoft.com/office/officeart/2008/layout/LinedList"/>
    <dgm:cxn modelId="{F3591B07-6250-451A-BFD6-EA1A8367A91F}" srcId="{B808C161-26AF-41B2-A9A1-8D162D273F6D}" destId="{86E3A5A1-49A6-4727-8D9F-6DCECCA5CFB0}" srcOrd="0" destOrd="0" parTransId="{987CEFC4-41E6-47F3-9A03-4D054290B99B}" sibTransId="{32E39C64-DAB5-47D7-8DDB-B944479E17DF}"/>
    <dgm:cxn modelId="{5A8E4213-BC35-4B4A-8339-01C601B93DBC}" type="presOf" srcId="{EE412131-3F92-4A17-B0F7-FB9D56EF4EAB}" destId="{DAC29F2D-1DDC-44A3-80E4-7683956066A8}" srcOrd="0" destOrd="0" presId="urn:microsoft.com/office/officeart/2008/layout/LinedList"/>
    <dgm:cxn modelId="{823BB52B-4863-4BA5-A298-D72F2194C9DA}" type="presOf" srcId="{7381C3C9-13FA-4686-951F-214212FCCEB7}" destId="{A87BBA37-D5CE-4B1B-A93B-B40520295FD8}" srcOrd="0" destOrd="0" presId="urn:microsoft.com/office/officeart/2008/layout/LinedList"/>
    <dgm:cxn modelId="{5D3A4533-3499-48E9-B6B7-D360FE659CD9}" type="presOf" srcId="{A5BDB70E-EFC0-46E6-9922-86EDA5B0648B}" destId="{4D2D61D8-5119-46C7-A98C-AF54E9965281}" srcOrd="0" destOrd="0" presId="urn:microsoft.com/office/officeart/2008/layout/LinedList"/>
    <dgm:cxn modelId="{B757A734-29D6-4845-9099-F53A449981BD}" srcId="{B808C161-26AF-41B2-A9A1-8D162D273F6D}" destId="{A5BDB70E-EFC0-46E6-9922-86EDA5B0648B}" srcOrd="1" destOrd="0" parTransId="{5C2C6220-C17B-4DE3-88A8-024031037C44}" sibTransId="{D44DED1D-73A4-4560-B841-65689AB5F704}"/>
    <dgm:cxn modelId="{EE345760-7021-46B0-AC2C-34D33DCA346A}" type="presOf" srcId="{D1A22504-424D-4988-B94E-72955976632C}" destId="{E5473873-D508-4065-8502-32C629E4594B}" srcOrd="0" destOrd="0" presId="urn:microsoft.com/office/officeart/2008/layout/LinedList"/>
    <dgm:cxn modelId="{DA6D026E-D499-4C29-BE21-EA8C264B3DE4}" srcId="{A5BDB70E-EFC0-46E6-9922-86EDA5B0648B}" destId="{EE412131-3F92-4A17-B0F7-FB9D56EF4EAB}" srcOrd="0" destOrd="0" parTransId="{CEE81AFA-EE56-4608-BE8C-D7B14D5D3236}" sibTransId="{67D0AF9F-6584-4248-8FA8-F1579A922F7A}"/>
    <dgm:cxn modelId="{6397FD70-B15A-42DD-9A76-489480233656}" srcId="{B808C161-26AF-41B2-A9A1-8D162D273F6D}" destId="{9592BA1A-9C87-4A51-9D80-EFC6B1B480E2}" srcOrd="3" destOrd="0" parTransId="{93232C6A-3965-42EB-A348-3994E414B21C}" sibTransId="{EDFE9E7D-C52F-41DD-A961-5FD82BB7ACD6}"/>
    <dgm:cxn modelId="{95ED2E85-F565-41CA-8AA0-A3C531F5B34A}" srcId="{B808C161-26AF-41B2-A9A1-8D162D273F6D}" destId="{5DF77272-B9B0-4850-A2D6-1A5231B1208F}" srcOrd="2" destOrd="0" parTransId="{553BF569-4D7C-4FDA-A98D-B5C6068F92A2}" sibTransId="{3F3DF76D-2A4A-4B9B-AAA6-E4270A445296}"/>
    <dgm:cxn modelId="{183771AF-E9BD-48E6-A284-FC3B882FC56D}" type="presOf" srcId="{B808C161-26AF-41B2-A9A1-8D162D273F6D}" destId="{6E992AFA-BA34-49DB-9218-AB6D7833A6A8}" srcOrd="0" destOrd="0" presId="urn:microsoft.com/office/officeart/2008/layout/LinedList"/>
    <dgm:cxn modelId="{1996AFCC-F5C9-4846-B538-1564CDBF97B8}" srcId="{9592BA1A-9C87-4A51-9D80-EFC6B1B480E2}" destId="{1F7BFD6B-5909-4360-8631-3499FEAFF13E}" srcOrd="0" destOrd="0" parTransId="{1FFCC001-0227-433F-97B4-B14EE96D4EC4}" sibTransId="{3292F122-CAE8-4C27-B6EC-5F4B82A0BF4C}"/>
    <dgm:cxn modelId="{B4B6A1CE-FFB4-4F57-AF66-096956070A29}" type="presOf" srcId="{1F7BFD6B-5909-4360-8631-3499FEAFF13E}" destId="{54BC1725-A959-4415-BD74-B8E1D67E9143}" srcOrd="0" destOrd="0" presId="urn:microsoft.com/office/officeart/2008/layout/LinedList"/>
    <dgm:cxn modelId="{540D5DD0-7B47-46F7-8491-572A9CAE1D8A}" srcId="{86E3A5A1-49A6-4727-8D9F-6DCECCA5CFB0}" destId="{D1A22504-424D-4988-B94E-72955976632C}" srcOrd="0" destOrd="0" parTransId="{7578716E-7522-43AA-849F-2813EDAE2185}" sibTransId="{E2332CF6-296C-46CF-B918-9639E49739CE}"/>
    <dgm:cxn modelId="{A9B08FEB-AC49-4B77-8FCB-00A510953A59}" srcId="{5DF77272-B9B0-4850-A2D6-1A5231B1208F}" destId="{7381C3C9-13FA-4686-951F-214212FCCEB7}" srcOrd="0" destOrd="0" parTransId="{7F1603A9-C236-4872-B8CA-A769C8136B6C}" sibTransId="{E08A764A-4B8E-4803-A7F3-655207CFE5B4}"/>
    <dgm:cxn modelId="{DCF4EFF1-E4FC-41A0-99CF-E41FEFE40822}" type="presOf" srcId="{9592BA1A-9C87-4A51-9D80-EFC6B1B480E2}" destId="{E675F2B7-4CC3-4397-B6BC-2DEF966D363E}" srcOrd="0" destOrd="0" presId="urn:microsoft.com/office/officeart/2008/layout/LinedList"/>
    <dgm:cxn modelId="{7CAB00F9-13B7-4DA2-AA45-D9579E335A8A}" type="presOf" srcId="{86E3A5A1-49A6-4727-8D9F-6DCECCA5CFB0}" destId="{BA1BA9D5-3652-422D-8729-0FE954637E53}" srcOrd="0" destOrd="0" presId="urn:microsoft.com/office/officeart/2008/layout/LinedList"/>
    <dgm:cxn modelId="{EC4C7203-01DA-4132-A2A5-408CBDBE275C}" type="presParOf" srcId="{6E992AFA-BA34-49DB-9218-AB6D7833A6A8}" destId="{6AA43252-BE07-4BCA-B73E-0FCECC65B58A}" srcOrd="0" destOrd="0" presId="urn:microsoft.com/office/officeart/2008/layout/LinedList"/>
    <dgm:cxn modelId="{A2AF2C95-2CD1-41B0-8031-61A38264B75B}" type="presParOf" srcId="{6E992AFA-BA34-49DB-9218-AB6D7833A6A8}" destId="{8045A65A-B83C-44FB-821C-8EB4C5000C4C}" srcOrd="1" destOrd="0" presId="urn:microsoft.com/office/officeart/2008/layout/LinedList"/>
    <dgm:cxn modelId="{48A8957B-CEAA-4D70-B565-C54554B3DF8C}" type="presParOf" srcId="{8045A65A-B83C-44FB-821C-8EB4C5000C4C}" destId="{BA1BA9D5-3652-422D-8729-0FE954637E53}" srcOrd="0" destOrd="0" presId="urn:microsoft.com/office/officeart/2008/layout/LinedList"/>
    <dgm:cxn modelId="{F36B7DBB-FBCF-4AD5-9AAF-FE03CE0170BB}" type="presParOf" srcId="{8045A65A-B83C-44FB-821C-8EB4C5000C4C}" destId="{00B6D71C-A027-41DE-B331-FEC91135EAAE}" srcOrd="1" destOrd="0" presId="urn:microsoft.com/office/officeart/2008/layout/LinedList"/>
    <dgm:cxn modelId="{E5A32C49-98F7-4F75-A29B-21E52248C2E0}" type="presParOf" srcId="{00B6D71C-A027-41DE-B331-FEC91135EAAE}" destId="{675EA546-796D-4899-A900-D92CA02E7CFD}" srcOrd="0" destOrd="0" presId="urn:microsoft.com/office/officeart/2008/layout/LinedList"/>
    <dgm:cxn modelId="{AC5CB6CE-E200-4E5C-8B5D-742797A29D45}" type="presParOf" srcId="{00B6D71C-A027-41DE-B331-FEC91135EAAE}" destId="{3C484F76-2054-43F7-9694-5CCA0E7B70D0}" srcOrd="1" destOrd="0" presId="urn:microsoft.com/office/officeart/2008/layout/LinedList"/>
    <dgm:cxn modelId="{9DD184CE-6C7E-48D1-AB05-B3E85288649C}" type="presParOf" srcId="{3C484F76-2054-43F7-9694-5CCA0E7B70D0}" destId="{B4A43366-6AFD-4821-A300-925D03E5D4AE}" srcOrd="0" destOrd="0" presId="urn:microsoft.com/office/officeart/2008/layout/LinedList"/>
    <dgm:cxn modelId="{4782BBF9-85DA-4648-8F6D-CFADA044F2A3}" type="presParOf" srcId="{3C484F76-2054-43F7-9694-5CCA0E7B70D0}" destId="{E5473873-D508-4065-8502-32C629E4594B}" srcOrd="1" destOrd="0" presId="urn:microsoft.com/office/officeart/2008/layout/LinedList"/>
    <dgm:cxn modelId="{AFE4AB48-CED8-4AB0-B084-8D531344C42A}" type="presParOf" srcId="{3C484F76-2054-43F7-9694-5CCA0E7B70D0}" destId="{B3E0F899-992D-4EA1-881D-F9B665DBC02D}" srcOrd="2" destOrd="0" presId="urn:microsoft.com/office/officeart/2008/layout/LinedList"/>
    <dgm:cxn modelId="{E1288D5D-AB8F-4681-8533-43B8CDB85581}" type="presParOf" srcId="{00B6D71C-A027-41DE-B331-FEC91135EAAE}" destId="{819BBB92-35AE-49AA-8E8D-A2227016F9B0}" srcOrd="2" destOrd="0" presId="urn:microsoft.com/office/officeart/2008/layout/LinedList"/>
    <dgm:cxn modelId="{7CAA721D-1AA0-4344-A9AA-A3EC3738168D}" type="presParOf" srcId="{00B6D71C-A027-41DE-B331-FEC91135EAAE}" destId="{51DF764D-DAF1-441D-A626-1E9674C4C03B}" srcOrd="3" destOrd="0" presId="urn:microsoft.com/office/officeart/2008/layout/LinedList"/>
    <dgm:cxn modelId="{5BEA7CCE-383E-4DC2-8333-7C4E1F43627A}" type="presParOf" srcId="{6E992AFA-BA34-49DB-9218-AB6D7833A6A8}" destId="{04436E1F-81EB-49BA-85EB-89A43104DD28}" srcOrd="2" destOrd="0" presId="urn:microsoft.com/office/officeart/2008/layout/LinedList"/>
    <dgm:cxn modelId="{F8EAF23B-93E1-4515-8055-11488B270B99}" type="presParOf" srcId="{6E992AFA-BA34-49DB-9218-AB6D7833A6A8}" destId="{4B9A95FF-B129-4AFF-854F-F14D9FCE0557}" srcOrd="3" destOrd="0" presId="urn:microsoft.com/office/officeart/2008/layout/LinedList"/>
    <dgm:cxn modelId="{4F56D9E4-B9CA-46B6-B088-52955D54CE7C}" type="presParOf" srcId="{4B9A95FF-B129-4AFF-854F-F14D9FCE0557}" destId="{4D2D61D8-5119-46C7-A98C-AF54E9965281}" srcOrd="0" destOrd="0" presId="urn:microsoft.com/office/officeart/2008/layout/LinedList"/>
    <dgm:cxn modelId="{AC0A76CE-BA57-4CB1-88C8-E7BDA5F48831}" type="presParOf" srcId="{4B9A95FF-B129-4AFF-854F-F14D9FCE0557}" destId="{F0851107-6396-4937-9709-D3BE64114CC1}" srcOrd="1" destOrd="0" presId="urn:microsoft.com/office/officeart/2008/layout/LinedList"/>
    <dgm:cxn modelId="{531AA274-CC92-4C03-8507-96804019A58E}" type="presParOf" srcId="{F0851107-6396-4937-9709-D3BE64114CC1}" destId="{EC5CA340-9D1D-4935-99C9-C5B0C3EA2993}" srcOrd="0" destOrd="0" presId="urn:microsoft.com/office/officeart/2008/layout/LinedList"/>
    <dgm:cxn modelId="{6C413162-7CC0-41EB-9D2B-5159CFD2F92E}" type="presParOf" srcId="{F0851107-6396-4937-9709-D3BE64114CC1}" destId="{546B275A-D12E-43FA-8D3C-EB651BF7210E}" srcOrd="1" destOrd="0" presId="urn:microsoft.com/office/officeart/2008/layout/LinedList"/>
    <dgm:cxn modelId="{D25FAE35-2CBF-4BA5-AC42-4B7FDEDD6DB4}" type="presParOf" srcId="{546B275A-D12E-43FA-8D3C-EB651BF7210E}" destId="{D3755DA6-9119-44AC-A9D6-7273E183FDCD}" srcOrd="0" destOrd="0" presId="urn:microsoft.com/office/officeart/2008/layout/LinedList"/>
    <dgm:cxn modelId="{6D289A88-38CD-42E5-9A11-F9891CC57258}" type="presParOf" srcId="{546B275A-D12E-43FA-8D3C-EB651BF7210E}" destId="{DAC29F2D-1DDC-44A3-80E4-7683956066A8}" srcOrd="1" destOrd="0" presId="urn:microsoft.com/office/officeart/2008/layout/LinedList"/>
    <dgm:cxn modelId="{382EB150-4280-4D04-B5D7-5BF4FF0870B4}" type="presParOf" srcId="{546B275A-D12E-43FA-8D3C-EB651BF7210E}" destId="{97820888-6A10-4ACE-B5E7-5AA399310CBA}" srcOrd="2" destOrd="0" presId="urn:microsoft.com/office/officeart/2008/layout/LinedList"/>
    <dgm:cxn modelId="{D6A21AF4-5EF5-4A2E-9AD0-2B814165C085}" type="presParOf" srcId="{F0851107-6396-4937-9709-D3BE64114CC1}" destId="{C72F3DF2-43EA-4F28-8FD2-8F0759B7F929}" srcOrd="2" destOrd="0" presId="urn:microsoft.com/office/officeart/2008/layout/LinedList"/>
    <dgm:cxn modelId="{49C5642D-C8A1-4684-8635-E3BD71DA548E}" type="presParOf" srcId="{F0851107-6396-4937-9709-D3BE64114CC1}" destId="{BBB6D780-C474-45F3-94D9-5D013A6D9C5B}" srcOrd="3" destOrd="0" presId="urn:microsoft.com/office/officeart/2008/layout/LinedList"/>
    <dgm:cxn modelId="{8E98CEC7-DFC3-4C86-AE21-92C08A372923}" type="presParOf" srcId="{6E992AFA-BA34-49DB-9218-AB6D7833A6A8}" destId="{8C29493F-A688-4DE9-9C80-9AC3A4BC1372}" srcOrd="4" destOrd="0" presId="urn:microsoft.com/office/officeart/2008/layout/LinedList"/>
    <dgm:cxn modelId="{C288EDC8-2256-421D-A184-7E53674EC6A3}" type="presParOf" srcId="{6E992AFA-BA34-49DB-9218-AB6D7833A6A8}" destId="{BA88F66B-A710-4062-BE79-9D76AC5A341E}" srcOrd="5" destOrd="0" presId="urn:microsoft.com/office/officeart/2008/layout/LinedList"/>
    <dgm:cxn modelId="{FF8F59A7-F6F3-405A-8498-B40B83F70E98}" type="presParOf" srcId="{BA88F66B-A710-4062-BE79-9D76AC5A341E}" destId="{F387202B-FD29-4416-A035-1A53EDCDE232}" srcOrd="0" destOrd="0" presId="urn:microsoft.com/office/officeart/2008/layout/LinedList"/>
    <dgm:cxn modelId="{5D5BA417-B72B-470C-8552-B3E87E922155}" type="presParOf" srcId="{BA88F66B-A710-4062-BE79-9D76AC5A341E}" destId="{525D3E08-8E7B-4F42-980E-EA14023458C5}" srcOrd="1" destOrd="0" presId="urn:microsoft.com/office/officeart/2008/layout/LinedList"/>
    <dgm:cxn modelId="{B4E96581-32F5-4064-95C8-3A792A39E2D6}" type="presParOf" srcId="{525D3E08-8E7B-4F42-980E-EA14023458C5}" destId="{3E19935C-B75C-4452-B032-2F4DC16DF781}" srcOrd="0" destOrd="0" presId="urn:microsoft.com/office/officeart/2008/layout/LinedList"/>
    <dgm:cxn modelId="{23EA24C6-6B6D-4E72-9126-A909D96E502A}" type="presParOf" srcId="{525D3E08-8E7B-4F42-980E-EA14023458C5}" destId="{686BC339-490E-4113-969F-CC9643A636B6}" srcOrd="1" destOrd="0" presId="urn:microsoft.com/office/officeart/2008/layout/LinedList"/>
    <dgm:cxn modelId="{68700868-2F27-491E-9565-01FA302C46B7}" type="presParOf" srcId="{686BC339-490E-4113-969F-CC9643A636B6}" destId="{EEDA670F-B943-4226-9244-E61CAC05643A}" srcOrd="0" destOrd="0" presId="urn:microsoft.com/office/officeart/2008/layout/LinedList"/>
    <dgm:cxn modelId="{AED632ED-4CED-4A3B-A6F9-BFAA3F3B8F10}" type="presParOf" srcId="{686BC339-490E-4113-969F-CC9643A636B6}" destId="{A87BBA37-D5CE-4B1B-A93B-B40520295FD8}" srcOrd="1" destOrd="0" presId="urn:microsoft.com/office/officeart/2008/layout/LinedList"/>
    <dgm:cxn modelId="{527E2BD9-B02D-48BA-BFF5-500CF6E4F629}" type="presParOf" srcId="{686BC339-490E-4113-969F-CC9643A636B6}" destId="{9AB020E1-C6EC-423B-AC37-A12D0723BA5A}" srcOrd="2" destOrd="0" presId="urn:microsoft.com/office/officeart/2008/layout/LinedList"/>
    <dgm:cxn modelId="{8B0250F4-D091-4D65-9036-4FC190DA2F4B}" type="presParOf" srcId="{525D3E08-8E7B-4F42-980E-EA14023458C5}" destId="{63F81274-A8DA-4A31-9268-A317C395E7DC}" srcOrd="2" destOrd="0" presId="urn:microsoft.com/office/officeart/2008/layout/LinedList"/>
    <dgm:cxn modelId="{D5822D85-0301-4382-B5B9-7456C8F35AAC}" type="presParOf" srcId="{525D3E08-8E7B-4F42-980E-EA14023458C5}" destId="{A3DA34DC-6108-422C-9501-16897DE76077}" srcOrd="3" destOrd="0" presId="urn:microsoft.com/office/officeart/2008/layout/LinedList"/>
    <dgm:cxn modelId="{454B7A1E-12DB-4E74-80C0-4C87240E34AF}" type="presParOf" srcId="{6E992AFA-BA34-49DB-9218-AB6D7833A6A8}" destId="{98B81CA9-5C24-4636-9FFC-7DD9C06B552D}" srcOrd="6" destOrd="0" presId="urn:microsoft.com/office/officeart/2008/layout/LinedList"/>
    <dgm:cxn modelId="{048DC52C-0CC1-4851-A552-BF2E1C8AEB08}" type="presParOf" srcId="{6E992AFA-BA34-49DB-9218-AB6D7833A6A8}" destId="{DD9460B2-4F67-4EBF-9126-37FFCB373434}" srcOrd="7" destOrd="0" presId="urn:microsoft.com/office/officeart/2008/layout/LinedList"/>
    <dgm:cxn modelId="{98611216-CFDE-4B9B-BBAB-2110C338B398}" type="presParOf" srcId="{DD9460B2-4F67-4EBF-9126-37FFCB373434}" destId="{E675F2B7-4CC3-4397-B6BC-2DEF966D363E}" srcOrd="0" destOrd="0" presId="urn:microsoft.com/office/officeart/2008/layout/LinedList"/>
    <dgm:cxn modelId="{8C4EE323-55BA-481B-984D-6222340A84BE}" type="presParOf" srcId="{DD9460B2-4F67-4EBF-9126-37FFCB373434}" destId="{B0EEB29E-49DE-4DAF-AFF7-898961CA758D}" srcOrd="1" destOrd="0" presId="urn:microsoft.com/office/officeart/2008/layout/LinedList"/>
    <dgm:cxn modelId="{36A725B9-442F-4356-9A91-75E54E75F4D1}" type="presParOf" srcId="{B0EEB29E-49DE-4DAF-AFF7-898961CA758D}" destId="{2A3FE179-53B1-4D75-A222-06AC10AC6D0C}" srcOrd="0" destOrd="0" presId="urn:microsoft.com/office/officeart/2008/layout/LinedList"/>
    <dgm:cxn modelId="{B473C774-4D90-48A2-9F12-4C3367F24EF8}" type="presParOf" srcId="{B0EEB29E-49DE-4DAF-AFF7-898961CA758D}" destId="{BDEE4848-8F26-4456-B525-641B25919B58}" srcOrd="1" destOrd="0" presId="urn:microsoft.com/office/officeart/2008/layout/LinedList"/>
    <dgm:cxn modelId="{5A85D718-C1AD-4E35-B244-89063989345D}" type="presParOf" srcId="{BDEE4848-8F26-4456-B525-641B25919B58}" destId="{582E9399-8002-45EA-B0C8-69845D913B4B}" srcOrd="0" destOrd="0" presId="urn:microsoft.com/office/officeart/2008/layout/LinedList"/>
    <dgm:cxn modelId="{47BBDCAA-05C0-4899-945C-24F5810AA18F}" type="presParOf" srcId="{BDEE4848-8F26-4456-B525-641B25919B58}" destId="{54BC1725-A959-4415-BD74-B8E1D67E9143}" srcOrd="1" destOrd="0" presId="urn:microsoft.com/office/officeart/2008/layout/LinedList"/>
    <dgm:cxn modelId="{63C3AE1D-B7BD-4D06-ACAC-52BB45EE3266}" type="presParOf" srcId="{BDEE4848-8F26-4456-B525-641B25919B58}" destId="{760BB8FD-3860-4468-9CCB-12E01BCA8647}" srcOrd="2" destOrd="0" presId="urn:microsoft.com/office/officeart/2008/layout/LinedList"/>
    <dgm:cxn modelId="{EA48098B-80BC-44F5-8205-9E9D78BB0DDD}" type="presParOf" srcId="{B0EEB29E-49DE-4DAF-AFF7-898961CA758D}" destId="{457225D5-5EF2-47D4-BC9C-A4C4149184C1}" srcOrd="2" destOrd="0" presId="urn:microsoft.com/office/officeart/2008/layout/LinedList"/>
    <dgm:cxn modelId="{0D66FADB-F7B1-40FA-830A-B7619481361A}" type="presParOf" srcId="{B0EEB29E-49DE-4DAF-AFF7-898961CA758D}" destId="{A6A0E726-49CC-44EF-8C2F-6DD5B1F038FA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A43252-BE07-4BCA-B73E-0FCECC65B58A}">
      <dsp:nvSpPr>
        <dsp:cNvPr id="0" name=""/>
        <dsp:cNvSpPr/>
      </dsp:nvSpPr>
      <dsp:spPr>
        <a:xfrm>
          <a:off x="0" y="0"/>
          <a:ext cx="5914209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A1BA9D5-3652-422D-8729-0FE954637E53}">
      <dsp:nvSpPr>
        <dsp:cNvPr id="0" name=""/>
        <dsp:cNvSpPr/>
      </dsp:nvSpPr>
      <dsp:spPr>
        <a:xfrm>
          <a:off x="0" y="0"/>
          <a:ext cx="1182841" cy="1312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Extraction</a:t>
          </a:r>
          <a:endParaRPr lang="en-US" sz="1700" kern="1200"/>
        </a:p>
      </dsp:txBody>
      <dsp:txXfrm>
        <a:off x="0" y="0"/>
        <a:ext cx="1182841" cy="1312164"/>
      </dsp:txXfrm>
    </dsp:sp>
    <dsp:sp modelId="{E5473873-D508-4065-8502-32C629E4594B}">
      <dsp:nvSpPr>
        <dsp:cNvPr id="0" name=""/>
        <dsp:cNvSpPr/>
      </dsp:nvSpPr>
      <dsp:spPr>
        <a:xfrm>
          <a:off x="1271554" y="59585"/>
          <a:ext cx="4642654" cy="119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u="sng" kern="1200" dirty="0" err="1">
              <a:highlight>
                <a:srgbClr val="C0C0C0"/>
              </a:highlight>
              <a:latin typeface="Candara" panose="020E0502030303020204" pitchFamily="34" charset="0"/>
            </a:rPr>
            <a:t>yt-dlp</a:t>
          </a:r>
          <a:r>
            <a:rPr lang="en-US" sz="2400" kern="1200" dirty="0">
              <a:latin typeface="Candara" panose="020E0502030303020204" pitchFamily="34" charset="0"/>
            </a:rPr>
            <a:t> extracts audio -&gt; </a:t>
          </a:r>
          <a:r>
            <a:rPr lang="en-US" sz="2400" i="1" u="sng" kern="1200" dirty="0">
              <a:highlight>
                <a:srgbClr val="C0C0C0"/>
              </a:highlight>
              <a:latin typeface="Candara" panose="020E0502030303020204" pitchFamily="34" charset="0"/>
            </a:rPr>
            <a:t>faster-whisper</a:t>
          </a:r>
          <a:r>
            <a:rPr lang="en-US" sz="2400" kern="1200" dirty="0">
              <a:latin typeface="Candara" panose="020E0502030303020204" pitchFamily="34" charset="0"/>
            </a:rPr>
            <a:t> generates timestamped JSON segments.</a:t>
          </a:r>
        </a:p>
      </dsp:txBody>
      <dsp:txXfrm>
        <a:off x="1271554" y="59585"/>
        <a:ext cx="4642654" cy="1191711"/>
      </dsp:txXfrm>
    </dsp:sp>
    <dsp:sp modelId="{819BBB92-35AE-49AA-8E8D-A2227016F9B0}">
      <dsp:nvSpPr>
        <dsp:cNvPr id="0" name=""/>
        <dsp:cNvSpPr/>
      </dsp:nvSpPr>
      <dsp:spPr>
        <a:xfrm>
          <a:off x="1182841" y="1251297"/>
          <a:ext cx="47313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4436E1F-81EB-49BA-85EB-89A43104DD28}">
      <dsp:nvSpPr>
        <dsp:cNvPr id="0" name=""/>
        <dsp:cNvSpPr/>
      </dsp:nvSpPr>
      <dsp:spPr>
        <a:xfrm>
          <a:off x="0" y="1312164"/>
          <a:ext cx="5914209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2">
                <a:hueOff val="-423832"/>
                <a:satOff val="-2154"/>
                <a:lumOff val="-1242"/>
                <a:alphaOff val="0"/>
                <a:shade val="74000"/>
                <a:satMod val="130000"/>
                <a:lumMod val="90000"/>
              </a:schemeClr>
              <a:schemeClr val="accent2">
                <a:hueOff val="-423832"/>
                <a:satOff val="-2154"/>
                <a:lumOff val="-1242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-423832"/>
              <a:satOff val="-2154"/>
              <a:lumOff val="-1242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2D61D8-5119-46C7-A98C-AF54E9965281}">
      <dsp:nvSpPr>
        <dsp:cNvPr id="0" name=""/>
        <dsp:cNvSpPr/>
      </dsp:nvSpPr>
      <dsp:spPr>
        <a:xfrm>
          <a:off x="0" y="1312164"/>
          <a:ext cx="1182841" cy="1312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Translation</a:t>
          </a:r>
          <a:endParaRPr lang="en-US" sz="1700" kern="1200"/>
        </a:p>
      </dsp:txBody>
      <dsp:txXfrm>
        <a:off x="0" y="1312164"/>
        <a:ext cx="1182841" cy="1312164"/>
      </dsp:txXfrm>
    </dsp:sp>
    <dsp:sp modelId="{DAC29F2D-1DDC-44A3-80E4-7683956066A8}">
      <dsp:nvSpPr>
        <dsp:cNvPr id="0" name=""/>
        <dsp:cNvSpPr/>
      </dsp:nvSpPr>
      <dsp:spPr>
        <a:xfrm>
          <a:off x="1271554" y="1371749"/>
          <a:ext cx="4642654" cy="119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u="sng" kern="1200" dirty="0">
              <a:highlight>
                <a:srgbClr val="C0C0C0"/>
              </a:highlight>
              <a:latin typeface="Candara" panose="020E0502030303020204" pitchFamily="34" charset="0"/>
            </a:rPr>
            <a:t>NLLB-200</a:t>
          </a:r>
          <a:r>
            <a:rPr lang="en-US" sz="2400" kern="1200" dirty="0">
              <a:latin typeface="Candara" panose="020E0502030303020204" pitchFamily="34" charset="0"/>
            </a:rPr>
            <a:t> converts segments while preserving semantic meaning.</a:t>
          </a:r>
        </a:p>
      </dsp:txBody>
      <dsp:txXfrm>
        <a:off x="1271554" y="1371749"/>
        <a:ext cx="4642654" cy="1191711"/>
      </dsp:txXfrm>
    </dsp:sp>
    <dsp:sp modelId="{C72F3DF2-43EA-4F28-8FD2-8F0759B7F929}">
      <dsp:nvSpPr>
        <dsp:cNvPr id="0" name=""/>
        <dsp:cNvSpPr/>
      </dsp:nvSpPr>
      <dsp:spPr>
        <a:xfrm>
          <a:off x="1182841" y="2563461"/>
          <a:ext cx="47313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C29493F-A688-4DE9-9C80-9AC3A4BC1372}">
      <dsp:nvSpPr>
        <dsp:cNvPr id="0" name=""/>
        <dsp:cNvSpPr/>
      </dsp:nvSpPr>
      <dsp:spPr>
        <a:xfrm>
          <a:off x="0" y="2624328"/>
          <a:ext cx="5914209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2">
                <a:hueOff val="-847664"/>
                <a:satOff val="-4309"/>
                <a:lumOff val="-2483"/>
                <a:alphaOff val="0"/>
                <a:shade val="74000"/>
                <a:satMod val="130000"/>
                <a:lumMod val="90000"/>
              </a:schemeClr>
              <a:schemeClr val="accent2">
                <a:hueOff val="-847664"/>
                <a:satOff val="-4309"/>
                <a:lumOff val="-2483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-847664"/>
              <a:satOff val="-4309"/>
              <a:lumOff val="-2483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87202B-FD29-4416-A035-1A53EDCDE232}">
      <dsp:nvSpPr>
        <dsp:cNvPr id="0" name=""/>
        <dsp:cNvSpPr/>
      </dsp:nvSpPr>
      <dsp:spPr>
        <a:xfrm>
          <a:off x="0" y="2624328"/>
          <a:ext cx="1182841" cy="1312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Synthesis</a:t>
          </a:r>
          <a:endParaRPr lang="en-US" sz="1700" kern="1200"/>
        </a:p>
      </dsp:txBody>
      <dsp:txXfrm>
        <a:off x="0" y="2624328"/>
        <a:ext cx="1182841" cy="1312164"/>
      </dsp:txXfrm>
    </dsp:sp>
    <dsp:sp modelId="{A87BBA37-D5CE-4B1B-A93B-B40520295FD8}">
      <dsp:nvSpPr>
        <dsp:cNvPr id="0" name=""/>
        <dsp:cNvSpPr/>
      </dsp:nvSpPr>
      <dsp:spPr>
        <a:xfrm>
          <a:off x="1271554" y="2683914"/>
          <a:ext cx="4642654" cy="119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u="sng" kern="1200" dirty="0" err="1">
              <a:highlight>
                <a:srgbClr val="C0C0C0"/>
              </a:highlight>
              <a:latin typeface="Candara" panose="020E0502030303020204" pitchFamily="34" charset="0"/>
            </a:rPr>
            <a:t>MeloTTS</a:t>
          </a:r>
          <a:r>
            <a:rPr lang="en-US" sz="2400" kern="1200" dirty="0">
              <a:latin typeface="Candara" panose="020E0502030303020204" pitchFamily="34" charset="0"/>
            </a:rPr>
            <a:t> generates localized audio.</a:t>
          </a:r>
        </a:p>
      </dsp:txBody>
      <dsp:txXfrm>
        <a:off x="1271554" y="2683914"/>
        <a:ext cx="4642654" cy="1191711"/>
      </dsp:txXfrm>
    </dsp:sp>
    <dsp:sp modelId="{63F81274-A8DA-4A31-9268-A317C395E7DC}">
      <dsp:nvSpPr>
        <dsp:cNvPr id="0" name=""/>
        <dsp:cNvSpPr/>
      </dsp:nvSpPr>
      <dsp:spPr>
        <a:xfrm>
          <a:off x="1182841" y="3875625"/>
          <a:ext cx="47313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8B81CA9-5C24-4636-9FFC-7DD9C06B552D}">
      <dsp:nvSpPr>
        <dsp:cNvPr id="0" name=""/>
        <dsp:cNvSpPr/>
      </dsp:nvSpPr>
      <dsp:spPr>
        <a:xfrm>
          <a:off x="0" y="3936492"/>
          <a:ext cx="5914209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2">
                <a:hueOff val="-1271496"/>
                <a:satOff val="-6463"/>
                <a:lumOff val="-3725"/>
                <a:alphaOff val="0"/>
                <a:shade val="74000"/>
                <a:satMod val="130000"/>
                <a:lumMod val="90000"/>
              </a:schemeClr>
              <a:schemeClr val="accent2">
                <a:hueOff val="-1271496"/>
                <a:satOff val="-6463"/>
                <a:lumOff val="-3725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-1271496"/>
              <a:satOff val="-6463"/>
              <a:lumOff val="-3725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75F2B7-4CC3-4397-B6BC-2DEF966D363E}">
      <dsp:nvSpPr>
        <dsp:cNvPr id="0" name=""/>
        <dsp:cNvSpPr/>
      </dsp:nvSpPr>
      <dsp:spPr>
        <a:xfrm>
          <a:off x="0" y="3936492"/>
          <a:ext cx="1182841" cy="1312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Final Assembly</a:t>
          </a:r>
          <a:endParaRPr lang="en-US" sz="1700" kern="1200"/>
        </a:p>
      </dsp:txBody>
      <dsp:txXfrm>
        <a:off x="0" y="3936492"/>
        <a:ext cx="1182841" cy="1312164"/>
      </dsp:txXfrm>
    </dsp:sp>
    <dsp:sp modelId="{54BC1725-A959-4415-BD74-B8E1D67E9143}">
      <dsp:nvSpPr>
        <dsp:cNvPr id="0" name=""/>
        <dsp:cNvSpPr/>
      </dsp:nvSpPr>
      <dsp:spPr>
        <a:xfrm>
          <a:off x="1271554" y="3996078"/>
          <a:ext cx="4642654" cy="119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u="sng" kern="1200" dirty="0" err="1">
              <a:highlight>
                <a:srgbClr val="C0C0C0"/>
              </a:highlight>
              <a:latin typeface="Candara" panose="020E0502030303020204" pitchFamily="34" charset="0"/>
            </a:rPr>
            <a:t>FFmpeg</a:t>
          </a:r>
          <a:r>
            <a:rPr lang="en-US" sz="2400" kern="1200" dirty="0">
              <a:latin typeface="Candara" panose="020E0502030303020204" pitchFamily="34" charset="0"/>
            </a:rPr>
            <a:t> merges audio back into video with automated "Time-Stretching."</a:t>
          </a:r>
        </a:p>
      </dsp:txBody>
      <dsp:txXfrm>
        <a:off x="1271554" y="3996078"/>
        <a:ext cx="4642654" cy="1191711"/>
      </dsp:txXfrm>
    </dsp:sp>
    <dsp:sp modelId="{457225D5-5EF2-47D4-BC9C-A4C4149184C1}">
      <dsp:nvSpPr>
        <dsp:cNvPr id="0" name=""/>
        <dsp:cNvSpPr/>
      </dsp:nvSpPr>
      <dsp:spPr>
        <a:xfrm>
          <a:off x="1182841" y="5187790"/>
          <a:ext cx="47313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0063-A78A-6B69-26F3-A37080B32F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err="1">
                <a:latin typeface="Baskerville Old Face" panose="02020602080505020303" pitchFamily="18" charset="0"/>
              </a:rPr>
              <a:t>Linudio</a:t>
            </a:r>
            <a:r>
              <a:rPr lang="en-US" sz="4400" dirty="0">
                <a:latin typeface="Baskerville Old Face" panose="02020602080505020303" pitchFamily="18" charset="0"/>
              </a:rPr>
              <a:t>: Multi-Agent Video Translation &amp; Dubbing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5845F9-D812-066F-40DF-BDD8C31863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Project End-Semester Evaluation Presentation</a:t>
            </a:r>
          </a:p>
          <a:p>
            <a:r>
              <a:rPr lang="en-US" dirty="0">
                <a:latin typeface="Candara" panose="020E0502030303020204" pitchFamily="34" charset="0"/>
              </a:rPr>
              <a:t>By: Rupen Kumar</a:t>
            </a:r>
          </a:p>
        </p:txBody>
      </p:sp>
    </p:spTree>
    <p:extLst>
      <p:ext uri="{BB962C8B-B14F-4D97-AF65-F5344CB8AC3E}">
        <p14:creationId xmlns:p14="http://schemas.microsoft.com/office/powerpoint/2010/main" val="87453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60ADF-F646-B0CE-AA4F-5D66BC90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Introduction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EDDB4C-EAD0-1CA4-CE3B-1E0F43BC2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Candara" panose="020E0502030303020204" pitchFamily="34" charset="0"/>
              </a:rPr>
              <a:t>The Problem</a:t>
            </a:r>
          </a:p>
          <a:p>
            <a:r>
              <a:rPr lang="en-US" sz="1600" dirty="0">
                <a:latin typeface="Candara" panose="020E0502030303020204" pitchFamily="34" charset="0"/>
              </a:rPr>
              <a:t>Language barriers in video content.</a:t>
            </a:r>
          </a:p>
          <a:p>
            <a:r>
              <a:rPr lang="en-US" sz="1600" dirty="0">
                <a:latin typeface="Candara" panose="020E0502030303020204" pitchFamily="34" charset="0"/>
              </a:rPr>
              <a:t>Manual dubbing is expensive and slow.</a:t>
            </a:r>
          </a:p>
          <a:p>
            <a:pPr marL="0" indent="0">
              <a:buNone/>
            </a:pPr>
            <a:r>
              <a:rPr lang="en-US" sz="1600" b="1" dirty="0">
                <a:latin typeface="Candara" panose="020E0502030303020204" pitchFamily="34" charset="0"/>
              </a:rPr>
              <a:t>The Solution</a:t>
            </a:r>
          </a:p>
          <a:p>
            <a:r>
              <a:rPr lang="en-US" sz="1600" dirty="0">
                <a:latin typeface="Candara" panose="020E0502030303020204" pitchFamily="34" charset="0"/>
              </a:rPr>
              <a:t>An automated, asynchronous pipeline that handles Transcription (STT), Neural Machine Translation (NMT), and Text-to-Speech (TTS).</a:t>
            </a:r>
          </a:p>
          <a:p>
            <a:pPr marL="0" indent="0">
              <a:buNone/>
            </a:pPr>
            <a:r>
              <a:rPr lang="en-US" sz="1600" b="1" dirty="0">
                <a:latin typeface="Candara" panose="020E0502030303020204" pitchFamily="34" charset="0"/>
              </a:rPr>
              <a:t>Key Innovation</a:t>
            </a:r>
          </a:p>
          <a:p>
            <a:r>
              <a:rPr lang="en-US" sz="1600" dirty="0">
                <a:latin typeface="Candara" panose="020E0502030303020204" pitchFamily="34" charset="0"/>
              </a:rPr>
              <a:t>Optimized for consumer-grade hardware (CPU) using Quantization.</a:t>
            </a:r>
          </a:p>
        </p:txBody>
      </p:sp>
    </p:spTree>
    <p:extLst>
      <p:ext uri="{BB962C8B-B14F-4D97-AF65-F5344CB8AC3E}">
        <p14:creationId xmlns:p14="http://schemas.microsoft.com/office/powerpoint/2010/main" val="104622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553AB8-AFF8-40AE-A53C-09FBBC03C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D6575D-C99F-4105-BC67-882C8B1ED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88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5EC8D-3C57-D716-9C4E-CE795B65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99" y="1055077"/>
            <a:ext cx="2532909" cy="4794578"/>
          </a:xfrm>
        </p:spPr>
        <p:txBody>
          <a:bodyPr>
            <a:normAutofit/>
          </a:bodyPr>
          <a:lstStyle/>
          <a:p>
            <a:r>
              <a:rPr lang="en-US" sz="3700" dirty="0">
                <a:solidFill>
                  <a:srgbClr val="262626"/>
                </a:solidFill>
                <a:latin typeface="Baskerville Old Face" panose="02020602080505020303" pitchFamily="18" charset="0"/>
              </a:rPr>
              <a:t>System Architecture</a:t>
            </a: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1975BE-39CD-4AC1-85C4-565365160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053" y="-2"/>
            <a:ext cx="753994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71DECD-C40C-4D60-F6A1-237431D135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1692685"/>
              </p:ext>
            </p:extLst>
          </p:nvPr>
        </p:nvGraphicFramePr>
        <p:xfrm>
          <a:off x="5470072" y="804670"/>
          <a:ext cx="5914209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76413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40BAB49-521A-4847-8CD2-806C48DFA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8F1179-1183-4919-9064-D6B260218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6441B39E-9CEC-491F-9A5D-487DED644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705BA3-F202-340B-369E-2FBB6534F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0" y="1041401"/>
            <a:ext cx="3079006" cy="234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latin typeface="Baskerville Old Face" panose="02020602080505020303" pitchFamily="18" charset="0"/>
              </a:rPr>
              <a:t>Level 0 DFD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572A79-1801-44EB-BDC2-BAEE6B473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6432130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8E21E3-AE28-6474-8E2F-DAEBFCD66A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69" t="16131" r="50151" b="23149"/>
          <a:stretch>
            <a:fillRect/>
          </a:stretch>
        </p:blipFill>
        <p:spPr>
          <a:xfrm>
            <a:off x="1484020" y="1410208"/>
            <a:ext cx="5641409" cy="385878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D37111-10AC-4926-81AC-9AD3968F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9431" y="3509772"/>
            <a:ext cx="3074977" cy="12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12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640BAB49-521A-4847-8CD2-806C48DFA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98F1179-1183-4919-9064-D6B260218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6441B39E-9CEC-491F-9A5D-487DED644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DF661C-69AC-CA33-6EF2-68156D76C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0" y="1041401"/>
            <a:ext cx="3079006" cy="234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latin typeface="Baskerville Old Face" panose="02020602080505020303" pitchFamily="18" charset="0"/>
              </a:rPr>
              <a:t>Level 1 DFD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572A79-1801-44EB-BDC2-BAEE6B473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6432130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48CBB-5EF6-FBA2-2355-8C4EAFCB8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2683" y="1705595"/>
            <a:ext cx="5784083" cy="3268006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FD37111-10AC-4926-81AC-9AD3968F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9431" y="3509772"/>
            <a:ext cx="3074977" cy="12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05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4B17FE-2E14-47B6-B5A8-4363DE769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E53280-E6EB-47D2-B0BB-78B772DC4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4C4738-31FA-4AA4-9D3A-9B0F0B1F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89B93-FC0D-1C3D-F697-44CC8436D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Baskerville Old Face" panose="02020602080505020303" pitchFamily="18" charset="0"/>
              </a:rPr>
              <a:t>Open-Source Model Selection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9F3F69-CB9E-4C14-8F9B-7565980C8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0000">
                <a:srgbClr val="FFFFFF"/>
              </a:gs>
              <a:gs pos="61000">
                <a:srgbClr val="F8F8F8"/>
              </a:gs>
              <a:gs pos="97000">
                <a:srgbClr val="E5E5E5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127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B0A08-5E2C-C4C3-B05A-87D09F8EF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934" y="469900"/>
            <a:ext cx="5953630" cy="54059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12121"/>
                </a:solidFill>
                <a:latin typeface="Candara" panose="020E0502030303020204" pitchFamily="34" charset="0"/>
              </a:rPr>
              <a:t>Whisper (Large-v3-Turbo)</a:t>
            </a:r>
          </a:p>
          <a:p>
            <a:r>
              <a:rPr lang="en-US" dirty="0">
                <a:solidFill>
                  <a:srgbClr val="212121"/>
                </a:solidFill>
                <a:latin typeface="Candara" panose="020E0502030303020204" pitchFamily="34" charset="0"/>
              </a:rPr>
              <a:t>State-of-the-art STT from OpenAI. Chosen for its accuracy in multi-speaker environments.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212121"/>
                </a:solidFill>
                <a:latin typeface="Candara" panose="020E0502030303020204" pitchFamily="34" charset="0"/>
              </a:rPr>
              <a:t>NLLB-200 (Distilled 600M)</a:t>
            </a:r>
          </a:p>
          <a:p>
            <a:r>
              <a:rPr lang="en-US" dirty="0">
                <a:solidFill>
                  <a:srgbClr val="212121"/>
                </a:solidFill>
                <a:latin typeface="Candara" panose="020E0502030303020204" pitchFamily="34" charset="0"/>
              </a:rPr>
              <a:t>Meta’s "No Language Left Behind." Supports 200+ languages directly.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212121"/>
                </a:solidFill>
                <a:latin typeface="Candara" panose="020E0502030303020204" pitchFamily="34" charset="0"/>
              </a:rPr>
              <a:t>MeloTTS</a:t>
            </a:r>
            <a:endParaRPr lang="en-US" b="1" dirty="0">
              <a:solidFill>
                <a:srgbClr val="212121"/>
              </a:solidFill>
              <a:latin typeface="Candara" panose="020E0502030303020204" pitchFamily="34" charset="0"/>
            </a:endParaRPr>
          </a:p>
          <a:p>
            <a:r>
              <a:rPr lang="en-US" dirty="0">
                <a:solidFill>
                  <a:srgbClr val="212121"/>
                </a:solidFill>
                <a:latin typeface="Candara" panose="020E0502030303020204" pitchFamily="34" charset="0"/>
              </a:rPr>
              <a:t>Modern, lightweight synthesis models having impressive inference speeds.</a:t>
            </a:r>
          </a:p>
        </p:txBody>
      </p:sp>
    </p:spTree>
    <p:extLst>
      <p:ext uri="{BB962C8B-B14F-4D97-AF65-F5344CB8AC3E}">
        <p14:creationId xmlns:p14="http://schemas.microsoft.com/office/powerpoint/2010/main" val="399033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0D72-CA2C-8DA5-5D92-E0881BE1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Optimizations for Inference on 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AAC92-DB4D-A836-3802-4ADC8D703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ndara" panose="020E0502030303020204" pitchFamily="34" charset="0"/>
              </a:rPr>
              <a:t>INT8 Quantization</a:t>
            </a:r>
          </a:p>
          <a:p>
            <a:r>
              <a:rPr lang="en-US" sz="1600" dirty="0">
                <a:latin typeface="Candara" panose="020E0502030303020204" pitchFamily="34" charset="0"/>
              </a:rPr>
              <a:t>Converted models from FP32 (Full Precision) to INT8 (Integer 8-bit). This increased inference speed on CPUs.</a:t>
            </a:r>
          </a:p>
          <a:p>
            <a:pPr marL="0" indent="0">
              <a:buNone/>
            </a:pPr>
            <a:r>
              <a:rPr lang="en-US" sz="1600" b="1" dirty="0">
                <a:latin typeface="Candara" panose="020E0502030303020204" pitchFamily="34" charset="0"/>
              </a:rPr>
              <a:t>CTranslate2 Engine</a:t>
            </a:r>
          </a:p>
          <a:p>
            <a:r>
              <a:rPr lang="en-US" sz="1600" dirty="0">
                <a:latin typeface="Candara" panose="020E0502030303020204" pitchFamily="34" charset="0"/>
              </a:rPr>
              <a:t>Replaced standard </a:t>
            </a:r>
            <a:r>
              <a:rPr lang="en-US" sz="1600" dirty="0" err="1">
                <a:latin typeface="Candara" panose="020E0502030303020204" pitchFamily="34" charset="0"/>
              </a:rPr>
              <a:t>HuggingFace</a:t>
            </a:r>
            <a:r>
              <a:rPr lang="en-US" sz="1600" dirty="0">
                <a:latin typeface="Candara" panose="020E0502030303020204" pitchFamily="34" charset="0"/>
              </a:rPr>
              <a:t> code with CTranslate2 for 4x–10x faster translation on CPU.</a:t>
            </a:r>
          </a:p>
          <a:p>
            <a:pPr marL="0" indent="0">
              <a:buNone/>
            </a:pPr>
            <a:r>
              <a:rPr lang="en-US" sz="1600" b="1" dirty="0">
                <a:latin typeface="Candara" panose="020E0502030303020204" pitchFamily="34" charset="0"/>
              </a:rPr>
              <a:t>Lightweight Models</a:t>
            </a:r>
          </a:p>
          <a:p>
            <a:r>
              <a:rPr lang="en-US" sz="1600" dirty="0">
                <a:latin typeface="Candara" panose="020E0502030303020204" pitchFamily="34" charset="0"/>
              </a:rPr>
              <a:t>Chose specialized models with fewer parameter count, to reduce RAM Usage by </a:t>
            </a:r>
            <a:r>
              <a:rPr lang="en-US" sz="1600" dirty="0" err="1">
                <a:latin typeface="Candara" panose="020E0502030303020204" pitchFamily="34" charset="0"/>
              </a:rPr>
              <a:t>upto</a:t>
            </a:r>
            <a:r>
              <a:rPr lang="en-US" sz="1600" dirty="0">
                <a:latin typeface="Candara" panose="020E0502030303020204" pitchFamily="34" charset="0"/>
              </a:rPr>
              <a:t> 75%.</a:t>
            </a:r>
          </a:p>
          <a:p>
            <a:pPr marL="0" indent="0">
              <a:buNone/>
            </a:pPr>
            <a:r>
              <a:rPr lang="en-US" sz="1600" b="1" dirty="0">
                <a:latin typeface="Candara" panose="020E0502030303020204" pitchFamily="34" charset="0"/>
              </a:rPr>
              <a:t>Thread-pooling</a:t>
            </a:r>
          </a:p>
          <a:p>
            <a:r>
              <a:rPr lang="en-US" sz="1600" dirty="0">
                <a:latin typeface="Candara" panose="020E0502030303020204" pitchFamily="34" charset="0"/>
              </a:rPr>
              <a:t>Offloads CPU-bound AI inference to separate threads, preventing API timeouts.</a:t>
            </a:r>
          </a:p>
        </p:txBody>
      </p:sp>
    </p:spTree>
    <p:extLst>
      <p:ext uri="{BB962C8B-B14F-4D97-AF65-F5344CB8AC3E}">
        <p14:creationId xmlns:p14="http://schemas.microsoft.com/office/powerpoint/2010/main" val="3725789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D844-075D-3F33-3AFD-F8D9D9712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Asynchronous Workflow &amp; 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24635-6F7B-225B-90FB-94FE0D3FB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Candara" panose="020E0502030303020204" pitchFamily="34" charset="0"/>
              </a:rPr>
              <a:t>Non-Blocking Logic</a:t>
            </a:r>
          </a:p>
          <a:p>
            <a:r>
              <a:rPr lang="en-US" sz="1600" dirty="0">
                <a:latin typeface="Candara" panose="020E0502030303020204" pitchFamily="34" charset="0"/>
              </a:rPr>
              <a:t>Immediate Task ID response (202 Accepted) to the client.</a:t>
            </a:r>
          </a:p>
          <a:p>
            <a:pPr marL="0" indent="0">
              <a:buNone/>
            </a:pPr>
            <a:endParaRPr lang="en-US" sz="1600" dirty="0">
              <a:latin typeface="Candara" panose="020E0502030303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ndara" panose="020E0502030303020204" pitchFamily="34" charset="0"/>
              </a:rPr>
              <a:t>Real-time Feedback</a:t>
            </a:r>
          </a:p>
          <a:p>
            <a:r>
              <a:rPr lang="en-US" sz="1600" dirty="0">
                <a:latin typeface="Candara" panose="020E0502030303020204" pitchFamily="34" charset="0"/>
              </a:rPr>
              <a:t>Frontend polling to show progress spinners while the CPU handles heavy lifting.</a:t>
            </a:r>
          </a:p>
          <a:p>
            <a:pPr marL="0" indent="0">
              <a:buNone/>
            </a:pPr>
            <a:endParaRPr lang="en-US" sz="1600" dirty="0">
              <a:latin typeface="Candara" panose="020E0502030303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ndara" panose="020E0502030303020204" pitchFamily="34" charset="0"/>
              </a:rPr>
              <a:t>Human-in-the-Loop</a:t>
            </a:r>
          </a:p>
          <a:p>
            <a:r>
              <a:rPr lang="en-US" sz="1600" dirty="0">
                <a:latin typeface="Candara" panose="020E0502030303020204" pitchFamily="34" charset="0"/>
              </a:rPr>
              <a:t>A dedicated "Review &amp; Edit" screen where users can verify translations before the final dub is generated.</a:t>
            </a:r>
          </a:p>
        </p:txBody>
      </p:sp>
    </p:spTree>
    <p:extLst>
      <p:ext uri="{BB962C8B-B14F-4D97-AF65-F5344CB8AC3E}">
        <p14:creationId xmlns:p14="http://schemas.microsoft.com/office/powerpoint/2010/main" val="2988902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01359-B24B-10CA-4CFE-AF61D2A5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Hardware / Software Used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6CE3AE7-0660-9AB5-F719-D6A7148D36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470583"/>
              </p:ext>
            </p:extLst>
          </p:nvPr>
        </p:nvGraphicFramePr>
        <p:xfrm>
          <a:off x="1947413" y="2807629"/>
          <a:ext cx="8297174" cy="18542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606873">
                  <a:extLst>
                    <a:ext uri="{9D8B030D-6E8A-4147-A177-3AD203B41FA5}">
                      <a16:colId xmlns:a16="http://schemas.microsoft.com/office/drawing/2014/main" val="327425819"/>
                    </a:ext>
                  </a:extLst>
                </a:gridCol>
                <a:gridCol w="4690301">
                  <a:extLst>
                    <a:ext uri="{9D8B030D-6E8A-4147-A177-3AD203B41FA5}">
                      <a16:colId xmlns:a16="http://schemas.microsoft.com/office/drawing/2014/main" val="319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581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andara" panose="020E0502030303020204" pitchFamily="34" charset="0"/>
                        </a:rPr>
                        <a:t>Processor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ndara" panose="020E0502030303020204" pitchFamily="34" charset="0"/>
                        </a:rPr>
                        <a:t>AMD Ryzen 5 5600GT (6C/12T)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852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andara" panose="020E0502030303020204" pitchFamily="34" charset="0"/>
                        </a:rPr>
                        <a:t>Backend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andara" panose="020E0502030303020204" pitchFamily="34" charset="0"/>
                        </a:rPr>
                        <a:t>FastAPI</a:t>
                      </a:r>
                      <a:r>
                        <a:rPr lang="en-US" dirty="0">
                          <a:latin typeface="Candara" panose="020E0502030303020204" pitchFamily="34" charset="0"/>
                        </a:rPr>
                        <a:t>, </a:t>
                      </a:r>
                      <a:r>
                        <a:rPr lang="en-US" dirty="0" err="1">
                          <a:latin typeface="Candara" panose="020E0502030303020204" pitchFamily="34" charset="0"/>
                        </a:rPr>
                        <a:t>SQLAlchemy</a:t>
                      </a:r>
                      <a:r>
                        <a:rPr lang="en-US" dirty="0">
                          <a:latin typeface="Candara" panose="020E0502030303020204" pitchFamily="34" charset="0"/>
                        </a:rPr>
                        <a:t>, PostgreSQL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791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andara" panose="020E0502030303020204" pitchFamily="34" charset="0"/>
                        </a:rPr>
                        <a:t>Processing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CTranslate2, faster-whisper, </a:t>
                      </a:r>
                      <a:r>
                        <a:rPr lang="en-US" dirty="0" err="1">
                          <a:latin typeface="Candara" panose="020E0502030303020204" pitchFamily="34" charset="0"/>
                        </a:rPr>
                        <a:t>FFmpeg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22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andara" panose="020E0502030303020204" pitchFamily="34" charset="0"/>
                        </a:rPr>
                        <a:t>Frontend</a:t>
                      </a:r>
                      <a:endParaRPr lang="en-US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ndara" panose="020E0502030303020204" pitchFamily="34" charset="0"/>
                        </a:rPr>
                        <a:t>Next.js 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733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698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3A06-1BC6-45DB-6D0F-A5872CA4A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CE84E-6CB9-D5F8-43D8-301DDE1BF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Summary: Built a scalable, low-cost localization tool using only open-source tech.</a:t>
            </a:r>
          </a:p>
          <a:p>
            <a:r>
              <a:rPr lang="en-US" dirty="0">
                <a:latin typeface="Candara" panose="020E0502030303020204" pitchFamily="34" charset="0"/>
              </a:rPr>
              <a:t>Future: Implementing Wav2Lip (visual sync) and Zero-Shot Voice Cloning to match the original speaker's timbre.</a:t>
            </a:r>
          </a:p>
        </p:txBody>
      </p:sp>
    </p:spTree>
    <p:extLst>
      <p:ext uri="{BB962C8B-B14F-4D97-AF65-F5344CB8AC3E}">
        <p14:creationId xmlns:p14="http://schemas.microsoft.com/office/powerpoint/2010/main" val="656443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7854E-D764-FDB8-3051-03D2288E3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ED293-CF5F-E69B-5080-3D3C0FCB9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Candara" panose="020E0502030303020204" pitchFamily="34" charset="0"/>
              </a:rPr>
              <a:t>Radford, A., et al. (2022). Robust Speech Recognition via Large-Scale Weak Supervision. (OpenAI Whisper).</a:t>
            </a:r>
          </a:p>
          <a:p>
            <a:r>
              <a:rPr lang="en-US" dirty="0">
                <a:latin typeface="Candara" panose="020E0502030303020204" pitchFamily="34" charset="0"/>
              </a:rPr>
              <a:t>Costa-</a:t>
            </a:r>
            <a:r>
              <a:rPr lang="en-US" dirty="0" err="1">
                <a:latin typeface="Candara" panose="020E0502030303020204" pitchFamily="34" charset="0"/>
              </a:rPr>
              <a:t>jussà</a:t>
            </a:r>
            <a:r>
              <a:rPr lang="en-US" dirty="0">
                <a:latin typeface="Candara" panose="020E0502030303020204" pitchFamily="34" charset="0"/>
              </a:rPr>
              <a:t>, M. R., et al. (2022). No Language Left Behind: Scaling Human-Centered Machine Translation. (Meta AI).</a:t>
            </a:r>
          </a:p>
          <a:p>
            <a:r>
              <a:rPr lang="en-US" dirty="0" err="1">
                <a:latin typeface="Candara" panose="020E0502030303020204" pitchFamily="34" charset="0"/>
              </a:rPr>
              <a:t>FastAPI</a:t>
            </a:r>
            <a:r>
              <a:rPr lang="en-US" dirty="0">
                <a:latin typeface="Candara" panose="020E0502030303020204" pitchFamily="34" charset="0"/>
              </a:rPr>
              <a:t> Documentation. Concurrency and async / await. </a:t>
            </a:r>
            <a:r>
              <a:rPr lang="en-US" dirty="0">
                <a:latin typeface="Candara" panose="020E0502030303020204" pitchFamily="34" charset="0"/>
                <a:hlinkClick r:id="rId2"/>
              </a:rPr>
              <a:t>https://fastapi.tiangolo.com/</a:t>
            </a:r>
            <a:endParaRPr lang="en-US" dirty="0">
              <a:latin typeface="Candara" panose="020E0502030303020204" pitchFamily="34" charset="0"/>
            </a:endParaRPr>
          </a:p>
          <a:p>
            <a:r>
              <a:rPr lang="en-US" dirty="0">
                <a:latin typeface="Candara" panose="020E0502030303020204" pitchFamily="34" charset="0"/>
              </a:rPr>
              <a:t>Kim, J., et al. (2021). Conditional Variational Autoencoder with Adversarial Learning for End-to-End Text-to-Speech. (VITS/</a:t>
            </a:r>
            <a:r>
              <a:rPr lang="en-US" dirty="0" err="1">
                <a:latin typeface="Candara" panose="020E0502030303020204" pitchFamily="34" charset="0"/>
              </a:rPr>
              <a:t>MeloTTS</a:t>
            </a:r>
            <a:r>
              <a:rPr lang="en-US" dirty="0">
                <a:latin typeface="Candara" panose="020E0502030303020204" pitchFamily="34" charset="0"/>
              </a:rPr>
              <a:t> foundations).</a:t>
            </a:r>
          </a:p>
        </p:txBody>
      </p:sp>
    </p:spTree>
    <p:extLst>
      <p:ext uri="{BB962C8B-B14F-4D97-AF65-F5344CB8AC3E}">
        <p14:creationId xmlns:p14="http://schemas.microsoft.com/office/powerpoint/2010/main" val="19441680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71</TotalTime>
  <Words>453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Baskerville Old Face</vt:lpstr>
      <vt:lpstr>Candara</vt:lpstr>
      <vt:lpstr>Garamond</vt:lpstr>
      <vt:lpstr>Organic</vt:lpstr>
      <vt:lpstr>Linudio: Multi-Agent Video Translation &amp; Dubbing</vt:lpstr>
      <vt:lpstr>Introduction</vt:lpstr>
      <vt:lpstr>System Architecture</vt:lpstr>
      <vt:lpstr>Level 0 DFD</vt:lpstr>
      <vt:lpstr>Level 1 DFD</vt:lpstr>
      <vt:lpstr>Open-Source Model Selection</vt:lpstr>
      <vt:lpstr>Optimizations for Inference on CPU</vt:lpstr>
      <vt:lpstr>Asynchronous Workflow &amp; User Interface</vt:lpstr>
      <vt:lpstr>Hardware / Software Used</vt:lpstr>
      <vt:lpstr>Conclusion</vt:lpstr>
      <vt:lpstr>Bibliography</vt:lpstr>
    </vt:vector>
  </TitlesOfParts>
  <Company>ReviOS 10 23.12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Rupen Kumar</dc:creator>
  <cp:lastModifiedBy>Rupen Kumar</cp:lastModifiedBy>
  <cp:revision>15</cp:revision>
  <dcterms:created xsi:type="dcterms:W3CDTF">2026-03-26T09:32:30Z</dcterms:created>
  <dcterms:modified xsi:type="dcterms:W3CDTF">2026-05-07T17:46:41Z</dcterms:modified>
</cp:coreProperties>
</file>